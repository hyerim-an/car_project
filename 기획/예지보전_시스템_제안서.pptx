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노후 설비의 완벽한 부활:</a:t>
            </a:r>
          </a:p>
          <a:p>
            <a:r>
              <a:t>초경량 딥러닝 예지보전 대시보드 도입 제안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차체 조립 공정 노후 SPOT 용접기 기반 지능형 품질 관제 시스템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Problem: 사후 검사의 굴레와 암묵지 유실의 위기</a:t>
            </a:r>
          </a:p>
          <a:p>
            <a:r>
              <a:t>2. Target: 비용과 생산성 사이에서 고뇌하는 현장과 관리자</a:t>
            </a:r>
          </a:p>
          <a:p>
            <a:r>
              <a:t>3. Solution: 비용과 복잡함을 덜어낸 지능형 예지보전 파트너</a:t>
            </a:r>
          </a:p>
          <a:p>
            <a:r>
              <a:t>4. Core Tech: PyTorch 기반 비지도 학습 이상 탐지 알고리즘</a:t>
            </a:r>
          </a:p>
          <a:p>
            <a:r>
              <a:t>5. Core UX &amp; MVP: 1초 만에 확인하는 직관적 대시보드</a:t>
            </a:r>
          </a:p>
          <a:p>
            <a:r>
              <a:t>6. Business Value &amp; ROI: 다운타임 20% 단축 및 스마트 팩토리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사후 검사의 굴레와 암묵지 유실의 위기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샘플링 검사 한계: 조립 후 불량 발견 시 대규모 재작업 및 글로벌 리콜 리스크 상존</a:t>
            </a:r>
          </a:p>
          <a:p>
            <a:r>
              <a:t>• 고비용 인프라 장벽: 설비 전면 교체 및 엔터프라이즈 DB 구축을 위한 막대한 예산 확보 불가</a:t>
            </a:r>
          </a:p>
          <a:p>
            <a:r>
              <a:t>• 기술 전수 단절: 전극팁 마모 및 미세 전류 판별이 베테랑 작업자의 감(암묵지)에 전적으로 의존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Target: 비용과 생산성 사이에서 고뇌하는 현장과 관리자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의사결정자 (생산운영팀장):</a:t>
            </a:r>
          </a:p>
          <a:p>
            <a:r>
              <a:t>  "막대한 투자 예산 없이 생산 라인 가동률을 방어하고, 리콜 사태를 철저히 막아내야 한다."</a:t>
            </a:r>
          </a:p>
          <a:p>
            <a:r>
              <a:t>• 실사용자 (현장 엔지니어):</a:t>
            </a:r>
          </a:p>
          <a:p>
            <a:r>
              <a:t>  "매일 수많은 컬럼이 혼재된 엑셀/CSV 원시 데이터를 수기로 파싱하고 분석하는 소모적 작업에서 벗어나고 싶다."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지능형 스마트 예지보전 파트너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초경량 인프라 (Lightweight): 고비용 DB를 배제하고 FastAPI와 React+Vite 기반의 가볍고 빠른 웹 아키텍처 적용</a:t>
            </a:r>
          </a:p>
          <a:p>
            <a:r>
              <a:t>• 자동 맵핑 파이프라인: 수많은 데이터 중 핵심 변수 4종(가압력, 전류, 전압, 통전시간)만 자동 파싱</a:t>
            </a:r>
          </a:p>
          <a:p>
            <a:r>
              <a:t>• 암묵지의 자산화: 베테랑의 직감을 데이터 기반의 객관적인 탐지 시스템으로 전환하여 체계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Tech: PyTorch 기반 비지도 학습 이상 탐지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비지도 학습 모델 (Autoencoder): 불량 라벨 데이터가 부족한 현실을 고려, 정상 데이터의 패턴만 집중 학습하여 기준선(Baseline) 구축</a:t>
            </a:r>
          </a:p>
          <a:p>
            <a:r>
              <a:t>• 재구성 오류 (Reconstruction Error): 모델에 입력된 데이터와 복원된 데이터 간의 차이(Loss)를 계산하여 임계값 초과 시 즉각 '이상'으로 판별</a:t>
            </a:r>
          </a:p>
          <a:p>
            <a:r>
              <a:t>• 3대 불량 세부 분류 로직: 단순 알람을 넘어 탐지된 이상치를 [1: 파임불량, 2: 용접부족, 3: 크랙발생] 코드로 구체화하여 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UX &amp; MVP 시연: 1초 만에 확인하는 직관적 대시보드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산업용 다크 모드 테마: 현장 조명 및 작업자의 눈 피로도를 최소화하며 이상치 표출(네온 레드/오렌지) 가시성 극대화</a:t>
            </a:r>
          </a:p>
          <a:p>
            <a:r>
              <a:t>• MVP 시연 시나리오 (End-to-End 플로우)</a:t>
            </a:r>
          </a:p>
          <a:p>
            <a:r>
              <a:t>  1. 원시 파일 업로드: 복잡한 다차원 CSV 파일을 드래그 앤 드롭</a:t>
            </a:r>
          </a:p>
          <a:p>
            <a:r>
              <a:t>  2. 자동 파싱: 업로드 즉시 백엔드에서 4대 핵심 변수 추출 완료</a:t>
            </a:r>
          </a:p>
          <a:p>
            <a:r>
              <a:t>  3. 실시간 대시보드 갱신: 불량 유형별 마커 색상 변경 및 Alerts Log에 상세 원인 동시 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ROI: 다운타임 20% 단축과 미래 확장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비용 효율 최적화: 고가의 기존 엔터프라이즈 솔루션 예상 도입 비용 대비 5% 미만 수준으로 인프라 구축</a:t>
            </a:r>
          </a:p>
          <a:p>
            <a:r>
              <a:t>• 생산성 극대화 보장: 섀도우 테스트를 통해 설비 다운타임 20% 단축 및 보고서 작성 리드타임 1시간 이내 축소</a:t>
            </a:r>
          </a:p>
          <a:p>
            <a:r>
              <a:t>• 스마트 팩토리 확장 (Next Step): E-GMP 기반 알루미늄 및 이종 소재 접합 공정 데이터베이스 조기 확보 및 디지털 트윈 연계 기반 마련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질의응답 및 토론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